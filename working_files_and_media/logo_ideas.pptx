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C2644-17B4-15DB-C1F8-CA9A53098EF2}"/>
              </a:ext>
            </a:extLst>
          </p:cNvPr>
          <p:cNvSpPr/>
          <p:nvPr/>
        </p:nvSpPr>
        <p:spPr>
          <a:xfrm>
            <a:off x="646564" y="1830687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C9F9F-9A47-CFC9-D65E-E97F68D11BD1}"/>
              </a:ext>
            </a:extLst>
          </p:cNvPr>
          <p:cNvSpPr txBox="1"/>
          <p:nvPr/>
        </p:nvSpPr>
        <p:spPr>
          <a:xfrm>
            <a:off x="646564" y="2670955"/>
            <a:ext cx="612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D4AAD-4E92-54A3-5E63-7912345374EC}"/>
              </a:ext>
            </a:extLst>
          </p:cNvPr>
          <p:cNvSpPr txBox="1"/>
          <p:nvPr/>
        </p:nvSpPr>
        <p:spPr>
          <a:xfrm>
            <a:off x="646564" y="1980270"/>
            <a:ext cx="612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20FF1-2BF7-9F9D-B7C4-70901C5CAA62}"/>
              </a:ext>
            </a:extLst>
          </p:cNvPr>
          <p:cNvSpPr/>
          <p:nvPr/>
        </p:nvSpPr>
        <p:spPr>
          <a:xfrm>
            <a:off x="630098" y="3252632"/>
            <a:ext cx="5296249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GB" sz="14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D9F4E-EBC7-E087-94CB-4BF05EF8DE37}"/>
              </a:ext>
            </a:extLst>
          </p:cNvPr>
          <p:cNvSpPr txBox="1"/>
          <p:nvPr/>
        </p:nvSpPr>
        <p:spPr>
          <a:xfrm>
            <a:off x="625294" y="4142491"/>
            <a:ext cx="5296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4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A8E117-20BD-FC61-F39E-599499FD7456}"/>
              </a:ext>
            </a:extLst>
          </p:cNvPr>
          <p:cNvSpPr txBox="1"/>
          <p:nvPr/>
        </p:nvSpPr>
        <p:spPr>
          <a:xfrm>
            <a:off x="625294" y="3565384"/>
            <a:ext cx="52962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0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BB2917-AD65-14F8-1A08-8BAC281EA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55" y="1807609"/>
            <a:ext cx="4848902" cy="135273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C17DCD8-5CE1-B60B-F660-BD801700226F}"/>
              </a:ext>
            </a:extLst>
          </p:cNvPr>
          <p:cNvSpPr/>
          <p:nvPr/>
        </p:nvSpPr>
        <p:spPr>
          <a:xfrm>
            <a:off x="7039352" y="4301381"/>
            <a:ext cx="4845843" cy="1448817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6DE876-F205-0BF3-7AAE-AEDB9B923883}"/>
              </a:ext>
            </a:extLst>
          </p:cNvPr>
          <p:cNvSpPr txBox="1"/>
          <p:nvPr/>
        </p:nvSpPr>
        <p:spPr>
          <a:xfrm>
            <a:off x="7039351" y="4517959"/>
            <a:ext cx="49195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62BE02-97BA-FA21-7568-EE417A31AD54}"/>
              </a:ext>
            </a:extLst>
          </p:cNvPr>
          <p:cNvSpPr txBox="1"/>
          <p:nvPr/>
        </p:nvSpPr>
        <p:spPr>
          <a:xfrm>
            <a:off x="7039353" y="5333567"/>
            <a:ext cx="48458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Junior Full Stack Software Developer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</TotalTime>
  <Words>52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19</cp:revision>
  <dcterms:created xsi:type="dcterms:W3CDTF">2023-12-30T18:11:29Z</dcterms:created>
  <dcterms:modified xsi:type="dcterms:W3CDTF">2025-05-16T23:11:33Z</dcterms:modified>
</cp:coreProperties>
</file>