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D64441-BB92-FCE8-C1A1-578D70C37630}"/>
              </a:ext>
            </a:extLst>
          </p:cNvPr>
          <p:cNvSpPr/>
          <p:nvPr/>
        </p:nvSpPr>
        <p:spPr>
          <a:xfrm>
            <a:off x="647350" y="329533"/>
            <a:ext cx="10433304" cy="470916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16213B-0179-1FB1-6E08-0AE687C6225F}"/>
              </a:ext>
            </a:extLst>
          </p:cNvPr>
          <p:cNvSpPr txBox="1"/>
          <p:nvPr/>
        </p:nvSpPr>
        <p:spPr>
          <a:xfrm>
            <a:off x="2423160" y="2935050"/>
            <a:ext cx="5001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141FD-629D-A611-4FF3-AA2F0392F4C1}"/>
              </a:ext>
            </a:extLst>
          </p:cNvPr>
          <p:cNvSpPr txBox="1"/>
          <p:nvPr/>
        </p:nvSpPr>
        <p:spPr>
          <a:xfrm>
            <a:off x="2423160" y="2077258"/>
            <a:ext cx="50017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18A6729A-8995-112C-0D5D-4841337B01ED}"/>
              </a:ext>
            </a:extLst>
          </p:cNvPr>
          <p:cNvSpPr/>
          <p:nvPr/>
        </p:nvSpPr>
        <p:spPr>
          <a:xfrm>
            <a:off x="7385559" y="2410870"/>
            <a:ext cx="147443" cy="664933"/>
          </a:xfrm>
          <a:prstGeom prst="leftBrace">
            <a:avLst>
              <a:gd name="adj1" fmla="val 35402"/>
              <a:gd name="adj2" fmla="val 49419"/>
            </a:avLst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845602-38F8-44F7-81A9-5D64C3F7439F}"/>
              </a:ext>
            </a:extLst>
          </p:cNvPr>
          <p:cNvGrpSpPr/>
          <p:nvPr/>
        </p:nvGrpSpPr>
        <p:grpSpPr>
          <a:xfrm>
            <a:off x="7686796" y="2248217"/>
            <a:ext cx="1061568" cy="1050408"/>
            <a:chOff x="7679437" y="2372242"/>
            <a:chExt cx="1061568" cy="105040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823585-FAE6-4E35-55AF-1FDF275FE7BC}"/>
                </a:ext>
              </a:extLst>
            </p:cNvPr>
            <p:cNvSpPr/>
            <p:nvPr/>
          </p:nvSpPr>
          <p:spPr>
            <a:xfrm>
              <a:off x="7692137" y="2383198"/>
              <a:ext cx="1032763" cy="1039452"/>
            </a:xfrm>
            <a:prstGeom prst="ellipse">
              <a:avLst/>
            </a:prstGeom>
            <a:solidFill>
              <a:srgbClr val="40404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8" name="Picture 7" descr="A person wearing sunglasses&#10;&#10;Description automatically generated">
              <a:extLst>
                <a:ext uri="{FF2B5EF4-FFF2-40B4-BE49-F238E27FC236}">
                  <a16:creationId xmlns:a16="http://schemas.microsoft.com/office/drawing/2014/main" id="{8B799D0F-3603-4B90-A8A1-11378A004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3516" b="97266" l="3516" r="97656">
                          <a14:foregroundMark x1="13672" y1="27344" x2="11719" y2="60156"/>
                          <a14:foregroundMark x1="28125" y1="25000" x2="37891" y2="8594"/>
                          <a14:foregroundMark x1="44141" y1="3906" x2="52344" y2="4297"/>
                          <a14:foregroundMark x1="28516" y1="14063" x2="26953" y2="11719"/>
                          <a14:foregroundMark x1="28516" y1="8203" x2="39063" y2="5859"/>
                          <a14:foregroundMark x1="17969" y1="75391" x2="57422" y2="92188"/>
                          <a14:foregroundMark x1="57422" y1="92188" x2="17969" y2="83984"/>
                          <a14:foregroundMark x1="17969" y1="83984" x2="14453" y2="78906"/>
                          <a14:foregroundMark x1="83984" y1="39844" x2="77734" y2="75781"/>
                          <a14:foregroundMark x1="77734" y1="75781" x2="72656" y2="85156"/>
                          <a14:foregroundMark x1="94141" y1="46484" x2="94141" y2="62891"/>
                          <a14:foregroundMark x1="3516" y1="47266" x2="8984" y2="58594"/>
                          <a14:foregroundMark x1="8203" y1="73828" x2="8203" y2="73828"/>
                          <a14:foregroundMark x1="64063" y1="70313" x2="60938" y2="66406"/>
                          <a14:foregroundMark x1="33984" y1="48828" x2="26953" y2="64844"/>
                          <a14:foregroundMark x1="64063" y1="73438" x2="58203" y2="92188"/>
                          <a14:foregroundMark x1="58203" y1="92188" x2="77344" y2="79297"/>
                          <a14:foregroundMark x1="77344" y1="79297" x2="74609" y2="85547"/>
                          <a14:foregroundMark x1="60156" y1="92188" x2="25000" y2="88281"/>
                          <a14:foregroundMark x1="14063" y1="78125" x2="23828" y2="87891"/>
                          <a14:foregroundMark x1="16016" y1="83594" x2="22266" y2="87500"/>
                          <a14:foregroundMark x1="25391" y1="89453" x2="32031" y2="92578"/>
                          <a14:foregroundMark x1="24609" y1="89844" x2="31250" y2="92969"/>
                          <a14:foregroundMark x1="33984" y1="91406" x2="42188" y2="95313"/>
                          <a14:foregroundMark x1="43359" y1="92969" x2="45703" y2="95313"/>
                          <a14:foregroundMark x1="45703" y1="95313" x2="58594" y2="92578"/>
                          <a14:foregroundMark x1="80078" y1="78906" x2="80078" y2="75781"/>
                          <a14:foregroundMark x1="69922" y1="87109" x2="69922" y2="87109"/>
                          <a14:foregroundMark x1="68359" y1="89063" x2="68359" y2="89063"/>
                          <a14:foregroundMark x1="63672" y1="92969" x2="63672" y2="92969"/>
                          <a14:foregroundMark x1="58984" y1="94922" x2="58984" y2="94922"/>
                          <a14:foregroundMark x1="53125" y1="96094" x2="53125" y2="96094"/>
                          <a14:foregroundMark x1="30469" y1="7031" x2="30469" y2="7031"/>
                          <a14:foregroundMark x1="33203" y1="94141" x2="33203" y2="94141"/>
                          <a14:foregroundMark x1="31641" y1="94141" x2="31641" y2="94141"/>
                          <a14:foregroundMark x1="68359" y1="91406" x2="68359" y2="91406"/>
                          <a14:foregroundMark x1="68750" y1="92578" x2="68750" y2="92578"/>
                          <a14:foregroundMark x1="72266" y1="90625" x2="72266" y2="90625"/>
                          <a14:foregroundMark x1="78516" y1="85547" x2="78516" y2="85547"/>
                          <a14:foregroundMark x1="79297" y1="86719" x2="79297" y2="86719"/>
                          <a14:foregroundMark x1="82422" y1="84766" x2="82422" y2="84766"/>
                          <a14:foregroundMark x1="78125" y1="87891" x2="78125" y2="87891"/>
                          <a14:foregroundMark x1="76953" y1="89063" x2="76953" y2="89063"/>
                          <a14:foregroundMark x1="74609" y1="91016" x2="74609" y2="91016"/>
                          <a14:foregroundMark x1="64453" y1="95703" x2="64453" y2="95703"/>
                          <a14:foregroundMark x1="50000" y1="97656" x2="50000" y2="97656"/>
                          <a14:foregroundMark x1="97656" y1="49219" x2="97656" y2="49219"/>
                          <a14:backgroundMark x1="32813" y1="97266" x2="32813" y2="97266"/>
                          <a14:backgroundMark x1="65234" y1="97266" x2="65234" y2="97266"/>
                          <a14:backgroundMark x1="64453" y1="97656" x2="64453" y2="97656"/>
                          <a14:backgroundMark x1="63281" y1="98047" x2="63281" y2="98047"/>
                          <a14:backgroundMark x1="62500" y1="97656" x2="62500" y2="97656"/>
                          <a14:backgroundMark x1="61719" y1="98047" x2="61719" y2="9804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84"/>
            <a:stretch/>
          </p:blipFill>
          <p:spPr>
            <a:xfrm>
              <a:off x="7679437" y="2372242"/>
              <a:ext cx="1061568" cy="1039452"/>
            </a:xfrm>
            <a:prstGeom prst="rect">
              <a:avLst/>
            </a:prstGeom>
          </p:spPr>
        </p:pic>
      </p:grpSp>
      <p:pic>
        <p:nvPicPr>
          <p:cNvPr id="1026" name="Picture 2" descr="main logo">
            <a:extLst>
              <a:ext uri="{FF2B5EF4-FFF2-40B4-BE49-F238E27FC236}">
                <a16:creationId xmlns:a16="http://schemas.microsoft.com/office/drawing/2014/main" id="{A4F52202-2E60-5690-575E-9F00F7EF6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50" y="5157943"/>
            <a:ext cx="61245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486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1112681" y="1253631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1078329" y="562946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57" y="678670"/>
            <a:ext cx="927041" cy="92704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C2644-17B4-15DB-C1F8-CA9A53098EF2}"/>
              </a:ext>
            </a:extLst>
          </p:cNvPr>
          <p:cNvSpPr/>
          <p:nvPr/>
        </p:nvSpPr>
        <p:spPr>
          <a:xfrm>
            <a:off x="646564" y="1830687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C9F9F-9A47-CFC9-D65E-E97F68D11BD1}"/>
              </a:ext>
            </a:extLst>
          </p:cNvPr>
          <p:cNvSpPr txBox="1"/>
          <p:nvPr/>
        </p:nvSpPr>
        <p:spPr>
          <a:xfrm>
            <a:off x="646564" y="2670955"/>
            <a:ext cx="612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D4AAD-4E92-54A3-5E63-7912345374EC}"/>
              </a:ext>
            </a:extLst>
          </p:cNvPr>
          <p:cNvSpPr txBox="1"/>
          <p:nvPr/>
        </p:nvSpPr>
        <p:spPr>
          <a:xfrm>
            <a:off x="646564" y="1980270"/>
            <a:ext cx="612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</TotalTime>
  <Words>45</Words>
  <Application>Microsoft Office PowerPoint</Application>
  <PresentationFormat>Widescreen</PresentationFormat>
  <Paragraphs>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16</cp:revision>
  <dcterms:created xsi:type="dcterms:W3CDTF">2023-12-30T18:11:29Z</dcterms:created>
  <dcterms:modified xsi:type="dcterms:W3CDTF">2025-04-28T20:34:28Z</dcterms:modified>
</cp:coreProperties>
</file>