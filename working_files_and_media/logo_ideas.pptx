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0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6B946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499DF6-E82A-4B9E-8B8C-5024C72F865D}" v="1" dt="2023-12-31T21:26:48.0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30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ilip Henning" userId="S::phil@brainstormservices.co.uk::28b82157-cb48-4fd8-8e8e-13a05174f85b" providerId="AD" clId="Web-{60A872F8-0958-4F70-8316-E0D58EAE8DE7}"/>
    <pc:docChg chg="modSld">
      <pc:chgData name="Philip Henning" userId="S::phil@brainstormservices.co.uk::28b82157-cb48-4fd8-8e8e-13a05174f85b" providerId="AD" clId="Web-{60A872F8-0958-4F70-8316-E0D58EAE8DE7}" dt="2023-12-30T18:11:53.006" v="2"/>
      <pc:docMkLst>
        <pc:docMk/>
      </pc:docMkLst>
      <pc:sldChg chg="addSp delSp modSp">
        <pc:chgData name="Philip Henning" userId="S::phil@brainstormservices.co.uk::28b82157-cb48-4fd8-8e8e-13a05174f85b" providerId="AD" clId="Web-{60A872F8-0958-4F70-8316-E0D58EAE8DE7}" dt="2023-12-30T18:11:53.006" v="2"/>
        <pc:sldMkLst>
          <pc:docMk/>
          <pc:sldMk cId="109857222" sldId="256"/>
        </pc:sldMkLst>
        <pc:spChg chg="del">
          <ac:chgData name="Philip Henning" userId="S::phil@brainstormservices.co.uk::28b82157-cb48-4fd8-8e8e-13a05174f85b" providerId="AD" clId="Web-{60A872F8-0958-4F70-8316-E0D58EAE8DE7}" dt="2023-12-30T18:11:43.287" v="0"/>
          <ac:spMkLst>
            <pc:docMk/>
            <pc:sldMk cId="109857222" sldId="256"/>
            <ac:spMk id="2" creationId="{00000000-0000-0000-0000-000000000000}"/>
          </ac:spMkLst>
        </pc:spChg>
        <pc:spChg chg="del">
          <ac:chgData name="Philip Henning" userId="S::phil@brainstormservices.co.uk::28b82157-cb48-4fd8-8e8e-13a05174f85b" providerId="AD" clId="Web-{60A872F8-0958-4F70-8316-E0D58EAE8DE7}" dt="2023-12-30T18:11:44.927" v="1"/>
          <ac:spMkLst>
            <pc:docMk/>
            <pc:sldMk cId="109857222" sldId="256"/>
            <ac:spMk id="3" creationId="{00000000-0000-0000-0000-000000000000}"/>
          </ac:spMkLst>
        </pc:spChg>
        <pc:picChg chg="add mod">
          <ac:chgData name="Philip Henning" userId="S::phil@brainstormservices.co.uk::28b82157-cb48-4fd8-8e8e-13a05174f85b" providerId="AD" clId="Web-{60A872F8-0958-4F70-8316-E0D58EAE8DE7}" dt="2023-12-30T18:11:53.006" v="2"/>
          <ac:picMkLst>
            <pc:docMk/>
            <pc:sldMk cId="109857222" sldId="256"/>
            <ac:picMk id="4" creationId="{25B311AC-8187-01F0-00BA-C583158FE4F4}"/>
          </ac:picMkLst>
        </pc:picChg>
      </pc:sldChg>
    </pc:docChg>
  </pc:docChgLst>
  <pc:docChgLst>
    <pc:chgData name="Philip Henning" userId="28b82157-cb48-4fd8-8e8e-13a05174f85b" providerId="ADAL" clId="{7B499DF6-E82A-4B9E-8B8C-5024C72F865D}"/>
    <pc:docChg chg="undo custSel modSld">
      <pc:chgData name="Philip Henning" userId="28b82157-cb48-4fd8-8e8e-13a05174f85b" providerId="ADAL" clId="{7B499DF6-E82A-4B9E-8B8C-5024C72F865D}" dt="2024-01-02T15:51:31.752" v="20" actId="732"/>
      <pc:docMkLst>
        <pc:docMk/>
      </pc:docMkLst>
      <pc:sldChg chg="addSp delSp modSp mod">
        <pc:chgData name="Philip Henning" userId="28b82157-cb48-4fd8-8e8e-13a05174f85b" providerId="ADAL" clId="{7B499DF6-E82A-4B9E-8B8C-5024C72F865D}" dt="2024-01-02T15:51:31.752" v="20" actId="732"/>
        <pc:sldMkLst>
          <pc:docMk/>
          <pc:sldMk cId="109857222" sldId="256"/>
        </pc:sldMkLst>
        <pc:spChg chg="add del">
          <ac:chgData name="Philip Henning" userId="28b82157-cb48-4fd8-8e8e-13a05174f85b" providerId="ADAL" clId="{7B499DF6-E82A-4B9E-8B8C-5024C72F865D}" dt="2023-12-31T21:26:17.090" v="4" actId="22"/>
          <ac:spMkLst>
            <pc:docMk/>
            <pc:sldMk cId="109857222" sldId="256"/>
            <ac:spMk id="5" creationId="{586A2EE1-7B6C-23A5-5F6D-B092F540AB91}"/>
          </ac:spMkLst>
        </pc:spChg>
        <pc:spChg chg="add del mod">
          <ac:chgData name="Philip Henning" userId="28b82157-cb48-4fd8-8e8e-13a05174f85b" providerId="ADAL" clId="{7B499DF6-E82A-4B9E-8B8C-5024C72F865D}" dt="2023-12-31T21:28:39.909" v="9"/>
          <ac:spMkLst>
            <pc:docMk/>
            <pc:sldMk cId="109857222" sldId="256"/>
            <ac:spMk id="8" creationId="{32714CCE-80C2-2EB2-5F9C-134BB056A615}"/>
          </ac:spMkLst>
        </pc:spChg>
        <pc:picChg chg="add del mod">
          <ac:chgData name="Philip Henning" userId="28b82157-cb48-4fd8-8e8e-13a05174f85b" providerId="ADAL" clId="{7B499DF6-E82A-4B9E-8B8C-5024C72F865D}" dt="2023-12-31T21:28:47.224" v="10" actId="478"/>
          <ac:picMkLst>
            <pc:docMk/>
            <pc:sldMk cId="109857222" sldId="256"/>
            <ac:picMk id="3" creationId="{676EE72F-BA16-C142-1B45-1C41DB983124}"/>
          </ac:picMkLst>
        </pc:picChg>
        <pc:picChg chg="add mod modCrop">
          <ac:chgData name="Philip Henning" userId="28b82157-cb48-4fd8-8e8e-13a05174f85b" providerId="ADAL" clId="{7B499DF6-E82A-4B9E-8B8C-5024C72F865D}" dt="2024-01-02T15:51:31.752" v="20" actId="732"/>
          <ac:picMkLst>
            <pc:docMk/>
            <pc:sldMk cId="109857222" sldId="256"/>
            <ac:picMk id="3" creationId="{D3E974D0-062D-9BF9-EFFF-69894AFCF479}"/>
          </ac:picMkLst>
        </pc:picChg>
        <pc:picChg chg="mod">
          <ac:chgData name="Philip Henning" userId="28b82157-cb48-4fd8-8e8e-13a05174f85b" providerId="ADAL" clId="{7B499DF6-E82A-4B9E-8B8C-5024C72F865D}" dt="2023-12-31T19:41:26.738" v="2" actId="1076"/>
          <ac:picMkLst>
            <pc:docMk/>
            <pc:sldMk cId="109857222" sldId="256"/>
            <ac:picMk id="4" creationId="{25B311AC-8187-01F0-00BA-C583158FE4F4}"/>
          </ac:picMkLst>
        </pc:picChg>
        <pc:picChg chg="add mod">
          <ac:chgData name="Philip Henning" userId="28b82157-cb48-4fd8-8e8e-13a05174f85b" providerId="ADAL" clId="{7B499DF6-E82A-4B9E-8B8C-5024C72F865D}" dt="2023-12-31T21:26:27.235" v="6" actId="1076"/>
          <ac:picMkLst>
            <pc:docMk/>
            <pc:sldMk cId="109857222" sldId="256"/>
            <ac:picMk id="7" creationId="{C1A1EF8B-1A16-4F27-E2A1-8A753879F1B4}"/>
          </ac:picMkLst>
        </pc:picChg>
        <pc:picChg chg="add mod">
          <ac:chgData name="Philip Henning" userId="28b82157-cb48-4fd8-8e8e-13a05174f85b" providerId="ADAL" clId="{7B499DF6-E82A-4B9E-8B8C-5024C72F865D}" dt="2023-12-31T21:30:27.290" v="12" actId="1076"/>
          <ac:picMkLst>
            <pc:docMk/>
            <pc:sldMk cId="109857222" sldId="256"/>
            <ac:picMk id="10" creationId="{E17F89A0-FC91-F7D3-5F98-E4712A241BD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33BDC7C1-837B-BFAC-0381-BA17EF2D401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85875" y="554831"/>
            <a:ext cx="616744" cy="5024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2" name="Flowchart: Merge 1">
            <a:extLst>
              <a:ext uri="{FF2B5EF4-FFF2-40B4-BE49-F238E27FC236}">
                <a16:creationId xmlns:a16="http://schemas.microsoft.com/office/drawing/2014/main" id="{DF8440BE-C258-AC21-2D9F-8BF4F448BB77}"/>
              </a:ext>
            </a:extLst>
          </p:cNvPr>
          <p:cNvSpPr/>
          <p:nvPr/>
        </p:nvSpPr>
        <p:spPr>
          <a:xfrm>
            <a:off x="1482572" y="781235"/>
            <a:ext cx="84292" cy="83005"/>
          </a:xfrm>
          <a:prstGeom prst="flowChartMerg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FED7E3-A1D7-269F-2ADD-C7E009186B5F}"/>
              </a:ext>
            </a:extLst>
          </p:cNvPr>
          <p:cNvSpPr txBox="1"/>
          <p:nvPr/>
        </p:nvSpPr>
        <p:spPr>
          <a:xfrm>
            <a:off x="594804" y="248575"/>
            <a:ext cx="656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9" name="Flowchart: Merge 8">
            <a:extLst>
              <a:ext uri="{FF2B5EF4-FFF2-40B4-BE49-F238E27FC236}">
                <a16:creationId xmlns:a16="http://schemas.microsoft.com/office/drawing/2014/main" id="{B1C73B90-FBFE-2449-A044-1223BA16367B}"/>
              </a:ext>
            </a:extLst>
          </p:cNvPr>
          <p:cNvSpPr/>
          <p:nvPr/>
        </p:nvSpPr>
        <p:spPr>
          <a:xfrm rot="10800000">
            <a:off x="1634970" y="781235"/>
            <a:ext cx="84292" cy="83005"/>
          </a:xfrm>
          <a:prstGeom prst="flowChartMerg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106C5ED-EEB8-A11F-B41D-BA18DD856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2772" y="253510"/>
            <a:ext cx="1714739" cy="1371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1A849CC-D400-703B-998D-48D4F34C19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14" y="83947"/>
            <a:ext cx="6811326" cy="10288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311AC-8187-01F0-00BA-C583158FE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969" y="1335324"/>
            <a:ext cx="4721589" cy="9897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7F89A0-FC91-F7D3-5F98-E4712A241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14" y="2387436"/>
            <a:ext cx="7268589" cy="11336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7B466D-4DBA-F418-8940-17545876C3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591" y="3583407"/>
            <a:ext cx="6744641" cy="11907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6BC96C-BA6B-454B-7F6E-5E25CABB7B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14" y="1188060"/>
            <a:ext cx="5687219" cy="11241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8013096-1917-1C65-D455-1A847C5B1D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4591" y="4836536"/>
            <a:ext cx="6792273" cy="112410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5101DA9-6432-DA9D-1E43-DCA147255D6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4591" y="6046065"/>
            <a:ext cx="3610479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403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7D64441-BB92-FCE8-C1A1-578D70C37630}"/>
              </a:ext>
            </a:extLst>
          </p:cNvPr>
          <p:cNvSpPr/>
          <p:nvPr/>
        </p:nvSpPr>
        <p:spPr>
          <a:xfrm>
            <a:off x="647350" y="329533"/>
            <a:ext cx="10433304" cy="4709160"/>
          </a:xfrm>
          <a:prstGeom prst="rect">
            <a:avLst/>
          </a:prstGeom>
          <a:solidFill>
            <a:srgbClr val="40404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16213B-0179-1FB1-6E08-0AE687C6225F}"/>
              </a:ext>
            </a:extLst>
          </p:cNvPr>
          <p:cNvSpPr txBox="1"/>
          <p:nvPr/>
        </p:nvSpPr>
        <p:spPr>
          <a:xfrm>
            <a:off x="2423160" y="2935050"/>
            <a:ext cx="50017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F0870F"/>
                </a:solidFill>
                <a:latin typeface="Trade Gothic Next Heavy" panose="020B0903040303020004" pitchFamily="34" charset="0"/>
              </a:rPr>
              <a:t>C#, JavaScript, Next.js, React, PHP, SQL</a:t>
            </a:r>
            <a:endParaRPr lang="en-GB" sz="1600" b="1" dirty="0">
              <a:solidFill>
                <a:srgbClr val="F0870F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8141FD-629D-A611-4FF3-AA2F0392F4C1}"/>
              </a:ext>
            </a:extLst>
          </p:cNvPr>
          <p:cNvSpPr txBox="1"/>
          <p:nvPr/>
        </p:nvSpPr>
        <p:spPr>
          <a:xfrm>
            <a:off x="2423160" y="2077258"/>
            <a:ext cx="50017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rgbClr val="96B946"/>
                </a:solidFill>
                <a:latin typeface="Trade Gothic Next Heavy" panose="020B0903040303020004" pitchFamily="34" charset="0"/>
              </a:rPr>
              <a:t>Phil Henning</a:t>
            </a:r>
            <a:endParaRPr lang="en-GB" b="1" dirty="0">
              <a:solidFill>
                <a:srgbClr val="96B946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18A6729A-8995-112C-0D5D-4841337B01ED}"/>
              </a:ext>
            </a:extLst>
          </p:cNvPr>
          <p:cNvSpPr/>
          <p:nvPr/>
        </p:nvSpPr>
        <p:spPr>
          <a:xfrm>
            <a:off x="7385559" y="2410870"/>
            <a:ext cx="147443" cy="664933"/>
          </a:xfrm>
          <a:prstGeom prst="leftBrace">
            <a:avLst>
              <a:gd name="adj1" fmla="val 35402"/>
              <a:gd name="adj2" fmla="val 49419"/>
            </a:avLst>
          </a:prstGeom>
          <a:ln w="63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6845602-38F8-44F7-81A9-5D64C3F7439F}"/>
              </a:ext>
            </a:extLst>
          </p:cNvPr>
          <p:cNvGrpSpPr/>
          <p:nvPr/>
        </p:nvGrpSpPr>
        <p:grpSpPr>
          <a:xfrm>
            <a:off x="7686796" y="2248217"/>
            <a:ext cx="1061568" cy="1050408"/>
            <a:chOff x="7679437" y="2372242"/>
            <a:chExt cx="1061568" cy="105040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2823585-FAE6-4E35-55AF-1FDF275FE7BC}"/>
                </a:ext>
              </a:extLst>
            </p:cNvPr>
            <p:cNvSpPr/>
            <p:nvPr/>
          </p:nvSpPr>
          <p:spPr>
            <a:xfrm>
              <a:off x="7692137" y="2383198"/>
              <a:ext cx="1032763" cy="1039452"/>
            </a:xfrm>
            <a:prstGeom prst="ellipse">
              <a:avLst/>
            </a:prstGeom>
            <a:solidFill>
              <a:srgbClr val="40404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8" name="Picture 7" descr="A person wearing sunglasses&#10;&#10;Description automatically generated">
              <a:extLst>
                <a:ext uri="{FF2B5EF4-FFF2-40B4-BE49-F238E27FC236}">
                  <a16:creationId xmlns:a16="http://schemas.microsoft.com/office/drawing/2014/main" id="{8B799D0F-3603-4B90-A8A1-11378A004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3516" b="97266" l="3516" r="97656">
                          <a14:foregroundMark x1="13672" y1="27344" x2="11719" y2="60156"/>
                          <a14:foregroundMark x1="28125" y1="25000" x2="37891" y2="8594"/>
                          <a14:foregroundMark x1="44141" y1="3906" x2="52344" y2="4297"/>
                          <a14:foregroundMark x1="28516" y1="14063" x2="26953" y2="11719"/>
                          <a14:foregroundMark x1="28516" y1="8203" x2="39063" y2="5859"/>
                          <a14:foregroundMark x1="17969" y1="75391" x2="57422" y2="92188"/>
                          <a14:foregroundMark x1="57422" y1="92188" x2="17969" y2="83984"/>
                          <a14:foregroundMark x1="17969" y1="83984" x2="14453" y2="78906"/>
                          <a14:foregroundMark x1="83984" y1="39844" x2="77734" y2="75781"/>
                          <a14:foregroundMark x1="77734" y1="75781" x2="72656" y2="85156"/>
                          <a14:foregroundMark x1="94141" y1="46484" x2="94141" y2="62891"/>
                          <a14:foregroundMark x1="3516" y1="47266" x2="8984" y2="58594"/>
                          <a14:foregroundMark x1="8203" y1="73828" x2="8203" y2="73828"/>
                          <a14:foregroundMark x1="64063" y1="70313" x2="60938" y2="66406"/>
                          <a14:foregroundMark x1="33984" y1="48828" x2="26953" y2="64844"/>
                          <a14:foregroundMark x1="64063" y1="73438" x2="58203" y2="92188"/>
                          <a14:foregroundMark x1="58203" y1="92188" x2="77344" y2="79297"/>
                          <a14:foregroundMark x1="77344" y1="79297" x2="74609" y2="85547"/>
                          <a14:foregroundMark x1="60156" y1="92188" x2="25000" y2="88281"/>
                          <a14:foregroundMark x1="14063" y1="78125" x2="23828" y2="87891"/>
                          <a14:foregroundMark x1="16016" y1="83594" x2="22266" y2="87500"/>
                          <a14:foregroundMark x1="25391" y1="89453" x2="32031" y2="92578"/>
                          <a14:foregroundMark x1="24609" y1="89844" x2="31250" y2="92969"/>
                          <a14:foregroundMark x1="33984" y1="91406" x2="42188" y2="95313"/>
                          <a14:foregroundMark x1="43359" y1="92969" x2="45703" y2="95313"/>
                          <a14:foregroundMark x1="45703" y1="95313" x2="58594" y2="92578"/>
                          <a14:foregroundMark x1="80078" y1="78906" x2="80078" y2="75781"/>
                          <a14:foregroundMark x1="69922" y1="87109" x2="69922" y2="87109"/>
                          <a14:foregroundMark x1="68359" y1="89063" x2="68359" y2="89063"/>
                          <a14:foregroundMark x1="63672" y1="92969" x2="63672" y2="92969"/>
                          <a14:foregroundMark x1="58984" y1="94922" x2="58984" y2="94922"/>
                          <a14:foregroundMark x1="53125" y1="96094" x2="53125" y2="96094"/>
                          <a14:foregroundMark x1="30469" y1="7031" x2="30469" y2="7031"/>
                          <a14:foregroundMark x1="33203" y1="94141" x2="33203" y2="94141"/>
                          <a14:foregroundMark x1="31641" y1="94141" x2="31641" y2="94141"/>
                          <a14:foregroundMark x1="68359" y1="91406" x2="68359" y2="91406"/>
                          <a14:foregroundMark x1="68750" y1="92578" x2="68750" y2="92578"/>
                          <a14:foregroundMark x1="72266" y1="90625" x2="72266" y2="90625"/>
                          <a14:foregroundMark x1="78516" y1="85547" x2="78516" y2="85547"/>
                          <a14:foregroundMark x1="79297" y1="86719" x2="79297" y2="86719"/>
                          <a14:foregroundMark x1="82422" y1="84766" x2="82422" y2="84766"/>
                          <a14:foregroundMark x1="78125" y1="87891" x2="78125" y2="87891"/>
                          <a14:foregroundMark x1="76953" y1="89063" x2="76953" y2="89063"/>
                          <a14:foregroundMark x1="74609" y1="91016" x2="74609" y2="91016"/>
                          <a14:foregroundMark x1="64453" y1="95703" x2="64453" y2="95703"/>
                          <a14:foregroundMark x1="50000" y1="97656" x2="50000" y2="97656"/>
                          <a14:foregroundMark x1="97656" y1="49219" x2="97656" y2="49219"/>
                          <a14:backgroundMark x1="32813" y1="97266" x2="32813" y2="97266"/>
                          <a14:backgroundMark x1="65234" y1="97266" x2="65234" y2="97266"/>
                          <a14:backgroundMark x1="64453" y1="97656" x2="64453" y2="97656"/>
                          <a14:backgroundMark x1="63281" y1="98047" x2="63281" y2="98047"/>
                          <a14:backgroundMark x1="62500" y1="97656" x2="62500" y2="97656"/>
                          <a14:backgroundMark x1="61719" y1="98047" x2="61719" y2="9804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2084"/>
            <a:stretch/>
          </p:blipFill>
          <p:spPr>
            <a:xfrm>
              <a:off x="7679437" y="2372242"/>
              <a:ext cx="1061568" cy="1039452"/>
            </a:xfrm>
            <a:prstGeom prst="rect">
              <a:avLst/>
            </a:prstGeom>
          </p:spPr>
        </p:pic>
      </p:grpSp>
      <p:pic>
        <p:nvPicPr>
          <p:cNvPr id="1026" name="Picture 2" descr="main logo">
            <a:extLst>
              <a:ext uri="{FF2B5EF4-FFF2-40B4-BE49-F238E27FC236}">
                <a16:creationId xmlns:a16="http://schemas.microsoft.com/office/drawing/2014/main" id="{A4F52202-2E60-5690-575E-9F00F7EF6C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350" y="5157943"/>
            <a:ext cx="6124575" cy="1209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8486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B34EC36-4D90-122A-994B-1A9578CA8CA1}"/>
              </a:ext>
            </a:extLst>
          </p:cNvPr>
          <p:cNvSpPr/>
          <p:nvPr/>
        </p:nvSpPr>
        <p:spPr>
          <a:xfrm>
            <a:off x="647350" y="413363"/>
            <a:ext cx="6123600" cy="12096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8C023A-71E8-1DBF-35B2-42D35B94ED90}"/>
              </a:ext>
            </a:extLst>
          </p:cNvPr>
          <p:cNvSpPr txBox="1"/>
          <p:nvPr/>
        </p:nvSpPr>
        <p:spPr>
          <a:xfrm>
            <a:off x="1112681" y="1253631"/>
            <a:ext cx="50017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0870F"/>
                </a:solidFill>
                <a:latin typeface="Trade Gothic Next Heavy" panose="020B0903040303020004" pitchFamily="34" charset="0"/>
              </a:rPr>
              <a:t>C#, JavaScript, Next.js, React, PHP, SQL</a:t>
            </a:r>
            <a:endParaRPr lang="en-GB" b="1" dirty="0">
              <a:solidFill>
                <a:srgbClr val="F0870F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CDB012-4983-45C6-01BC-702DFAF1E074}"/>
              </a:ext>
            </a:extLst>
          </p:cNvPr>
          <p:cNvSpPr txBox="1"/>
          <p:nvPr/>
        </p:nvSpPr>
        <p:spPr>
          <a:xfrm>
            <a:off x="1078329" y="562946"/>
            <a:ext cx="50017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96B946"/>
                </a:solidFill>
                <a:latin typeface="Trade Gothic Next Heavy" panose="020B0903040303020004" pitchFamily="34" charset="0"/>
              </a:rPr>
              <a:t>Phil Henning</a:t>
            </a:r>
            <a:endParaRPr lang="en-GB" sz="4800" b="1" dirty="0">
              <a:solidFill>
                <a:srgbClr val="96B946"/>
              </a:solidFill>
              <a:latin typeface="Trade Gothic Next Heavy" panose="020B0903040303020004" pitchFamily="34" charset="0"/>
            </a:endParaRPr>
          </a:p>
        </p:txBody>
      </p:sp>
      <p:pic>
        <p:nvPicPr>
          <p:cNvPr id="13" name="Picture 12" descr="A person wearing sunglasses&#10;&#10;AI-generated content may be incorrect.">
            <a:extLst>
              <a:ext uri="{FF2B5EF4-FFF2-40B4-BE49-F238E27FC236}">
                <a16:creationId xmlns:a16="http://schemas.microsoft.com/office/drawing/2014/main" id="{3369C784-788E-158B-338A-E6BF55DADCB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657" y="678670"/>
            <a:ext cx="927041" cy="92704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DC2644-17B4-15DB-C1F8-CA9A53098EF2}"/>
              </a:ext>
            </a:extLst>
          </p:cNvPr>
          <p:cNvSpPr/>
          <p:nvPr/>
        </p:nvSpPr>
        <p:spPr>
          <a:xfrm>
            <a:off x="646564" y="1830687"/>
            <a:ext cx="6123600" cy="12096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BC9F9F-9A47-CFC9-D65E-E97F68D11BD1}"/>
              </a:ext>
            </a:extLst>
          </p:cNvPr>
          <p:cNvSpPr txBox="1"/>
          <p:nvPr/>
        </p:nvSpPr>
        <p:spPr>
          <a:xfrm>
            <a:off x="646564" y="2670955"/>
            <a:ext cx="612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0870F"/>
                </a:solidFill>
                <a:latin typeface="Trade Gothic Next Heavy" panose="020B0903040303020004" pitchFamily="34" charset="0"/>
              </a:rPr>
              <a:t>C#, JavaScript, Next.js, React, PHP, SQL</a:t>
            </a:r>
            <a:endParaRPr lang="en-GB" b="1" dirty="0">
              <a:solidFill>
                <a:srgbClr val="F0870F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4D4AAD-4E92-54A3-5E63-7912345374EC}"/>
              </a:ext>
            </a:extLst>
          </p:cNvPr>
          <p:cNvSpPr txBox="1"/>
          <p:nvPr/>
        </p:nvSpPr>
        <p:spPr>
          <a:xfrm>
            <a:off x="646564" y="1980270"/>
            <a:ext cx="6123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96B946"/>
                </a:solidFill>
                <a:latin typeface="Trade Gothic Next Heavy" panose="020B0903040303020004" pitchFamily="34" charset="0"/>
              </a:rPr>
              <a:t>Phil Henning</a:t>
            </a:r>
            <a:endParaRPr lang="en-GB" sz="4800" b="1" dirty="0">
              <a:solidFill>
                <a:srgbClr val="96B946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A20FF1-2BF7-9F9D-B7C4-70901C5CAA62}"/>
              </a:ext>
            </a:extLst>
          </p:cNvPr>
          <p:cNvSpPr/>
          <p:nvPr/>
        </p:nvSpPr>
        <p:spPr>
          <a:xfrm>
            <a:off x="630098" y="3252632"/>
            <a:ext cx="6123600" cy="12096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GB" sz="140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9D9F4E-EBC7-E087-94CB-4BF05EF8DE37}"/>
              </a:ext>
            </a:extLst>
          </p:cNvPr>
          <p:cNvSpPr txBox="1"/>
          <p:nvPr/>
        </p:nvSpPr>
        <p:spPr>
          <a:xfrm>
            <a:off x="630098" y="4116613"/>
            <a:ext cx="6123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solidFill>
                  <a:srgbClr val="F0870F"/>
                </a:solidFill>
                <a:latin typeface="Trade Gothic Next Heavy" panose="020B0903040303020004" pitchFamily="34" charset="0"/>
              </a:rPr>
              <a:t>C#, JavaScript, Next.js, React, PHP, SQL</a:t>
            </a:r>
            <a:endParaRPr lang="en-GB" sz="1400" b="1" dirty="0">
              <a:solidFill>
                <a:srgbClr val="F0870F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A8E117-20BD-FC61-F39E-599499FD7456}"/>
              </a:ext>
            </a:extLst>
          </p:cNvPr>
          <p:cNvSpPr txBox="1"/>
          <p:nvPr/>
        </p:nvSpPr>
        <p:spPr>
          <a:xfrm>
            <a:off x="630098" y="3522254"/>
            <a:ext cx="6123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000" b="1" dirty="0">
                <a:solidFill>
                  <a:srgbClr val="96B946"/>
                </a:solidFill>
                <a:latin typeface="Trade Gothic Next Heavy" panose="020B0903040303020004" pitchFamily="34" charset="0"/>
              </a:rPr>
              <a:t>Phil Henning</a:t>
            </a:r>
            <a:endParaRPr lang="en-GB" sz="4000" b="1" dirty="0">
              <a:solidFill>
                <a:srgbClr val="96B946"/>
              </a:solidFill>
              <a:latin typeface="Trade Gothic Next Heavy" panose="020B0903040303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8717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52</TotalTime>
  <Words>60</Words>
  <Application>Microsoft Office PowerPoint</Application>
  <PresentationFormat>Widescreen</PresentationFormat>
  <Paragraphs>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Trade Gothic Next Heavy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Phil Henning</cp:lastModifiedBy>
  <cp:revision>17</cp:revision>
  <dcterms:created xsi:type="dcterms:W3CDTF">2023-12-30T18:11:29Z</dcterms:created>
  <dcterms:modified xsi:type="dcterms:W3CDTF">2025-04-28T21:35:32Z</dcterms:modified>
</cp:coreProperties>
</file>