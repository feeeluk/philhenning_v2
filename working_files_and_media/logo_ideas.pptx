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B946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499DF6-E82A-4B9E-8B8C-5024C72F865D}" v="1" dt="2023-12-31T21:26:48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100" d="100"/>
          <a:sy n="100" d="100"/>
        </p:scale>
        <p:origin x="70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Henning" userId="S::phil@brainstormservices.co.uk::28b82157-cb48-4fd8-8e8e-13a05174f85b" providerId="AD" clId="Web-{60A872F8-0958-4F70-8316-E0D58EAE8DE7}"/>
    <pc:docChg chg="modSld">
      <pc:chgData name="Philip Henning" userId="S::phil@brainstormservices.co.uk::28b82157-cb48-4fd8-8e8e-13a05174f85b" providerId="AD" clId="Web-{60A872F8-0958-4F70-8316-E0D58EAE8DE7}" dt="2023-12-30T18:11:53.006" v="2"/>
      <pc:docMkLst>
        <pc:docMk/>
      </pc:docMkLst>
      <pc:sldChg chg="addSp delSp modSp">
        <pc:chgData name="Philip Henning" userId="S::phil@brainstormservices.co.uk::28b82157-cb48-4fd8-8e8e-13a05174f85b" providerId="AD" clId="Web-{60A872F8-0958-4F70-8316-E0D58EAE8DE7}" dt="2023-12-30T18:11:53.006" v="2"/>
        <pc:sldMkLst>
          <pc:docMk/>
          <pc:sldMk cId="109857222" sldId="256"/>
        </pc:sldMkLst>
        <pc:spChg chg="del">
          <ac:chgData name="Philip Henning" userId="S::phil@brainstormservices.co.uk::28b82157-cb48-4fd8-8e8e-13a05174f85b" providerId="AD" clId="Web-{60A872F8-0958-4F70-8316-E0D58EAE8DE7}" dt="2023-12-30T18:11:43.287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Philip Henning" userId="S::phil@brainstormservices.co.uk::28b82157-cb48-4fd8-8e8e-13a05174f85b" providerId="AD" clId="Web-{60A872F8-0958-4F70-8316-E0D58EAE8DE7}" dt="2023-12-30T18:11:44.927" v="1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Philip Henning" userId="S::phil@brainstormservices.co.uk::28b82157-cb48-4fd8-8e8e-13a05174f85b" providerId="AD" clId="Web-{60A872F8-0958-4F70-8316-E0D58EAE8DE7}" dt="2023-12-30T18:11:53.006" v="2"/>
          <ac:picMkLst>
            <pc:docMk/>
            <pc:sldMk cId="109857222" sldId="256"/>
            <ac:picMk id="4" creationId="{25B311AC-8187-01F0-00BA-C583158FE4F4}"/>
          </ac:picMkLst>
        </pc:picChg>
      </pc:sldChg>
    </pc:docChg>
  </pc:docChgLst>
  <pc:docChgLst>
    <pc:chgData name="Philip Henning" userId="28b82157-cb48-4fd8-8e8e-13a05174f85b" providerId="ADAL" clId="{7B499DF6-E82A-4B9E-8B8C-5024C72F865D}"/>
    <pc:docChg chg="undo custSel modSld">
      <pc:chgData name="Philip Henning" userId="28b82157-cb48-4fd8-8e8e-13a05174f85b" providerId="ADAL" clId="{7B499DF6-E82A-4B9E-8B8C-5024C72F865D}" dt="2024-01-02T15:51:31.752" v="20" actId="732"/>
      <pc:docMkLst>
        <pc:docMk/>
      </pc:docMkLst>
      <pc:sldChg chg="addSp delSp modSp mod">
        <pc:chgData name="Philip Henning" userId="28b82157-cb48-4fd8-8e8e-13a05174f85b" providerId="ADAL" clId="{7B499DF6-E82A-4B9E-8B8C-5024C72F865D}" dt="2024-01-02T15:51:31.752" v="20" actId="732"/>
        <pc:sldMkLst>
          <pc:docMk/>
          <pc:sldMk cId="109857222" sldId="256"/>
        </pc:sldMkLst>
        <pc:spChg chg="add del">
          <ac:chgData name="Philip Henning" userId="28b82157-cb48-4fd8-8e8e-13a05174f85b" providerId="ADAL" clId="{7B499DF6-E82A-4B9E-8B8C-5024C72F865D}" dt="2023-12-31T21:26:17.090" v="4" actId="22"/>
          <ac:spMkLst>
            <pc:docMk/>
            <pc:sldMk cId="109857222" sldId="256"/>
            <ac:spMk id="5" creationId="{586A2EE1-7B6C-23A5-5F6D-B092F540AB91}"/>
          </ac:spMkLst>
        </pc:spChg>
        <pc:spChg chg="add del mod">
          <ac:chgData name="Philip Henning" userId="28b82157-cb48-4fd8-8e8e-13a05174f85b" providerId="ADAL" clId="{7B499DF6-E82A-4B9E-8B8C-5024C72F865D}" dt="2023-12-31T21:28:39.909" v="9"/>
          <ac:spMkLst>
            <pc:docMk/>
            <pc:sldMk cId="109857222" sldId="256"/>
            <ac:spMk id="8" creationId="{32714CCE-80C2-2EB2-5F9C-134BB056A615}"/>
          </ac:spMkLst>
        </pc:spChg>
        <pc:picChg chg="add del mod">
          <ac:chgData name="Philip Henning" userId="28b82157-cb48-4fd8-8e8e-13a05174f85b" providerId="ADAL" clId="{7B499DF6-E82A-4B9E-8B8C-5024C72F865D}" dt="2023-12-31T21:28:47.224" v="10" actId="478"/>
          <ac:picMkLst>
            <pc:docMk/>
            <pc:sldMk cId="109857222" sldId="256"/>
            <ac:picMk id="3" creationId="{676EE72F-BA16-C142-1B45-1C41DB983124}"/>
          </ac:picMkLst>
        </pc:picChg>
        <pc:picChg chg="add mod modCrop">
          <ac:chgData name="Philip Henning" userId="28b82157-cb48-4fd8-8e8e-13a05174f85b" providerId="ADAL" clId="{7B499DF6-E82A-4B9E-8B8C-5024C72F865D}" dt="2024-01-02T15:51:31.752" v="20" actId="732"/>
          <ac:picMkLst>
            <pc:docMk/>
            <pc:sldMk cId="109857222" sldId="256"/>
            <ac:picMk id="3" creationId="{D3E974D0-062D-9BF9-EFFF-69894AFCF479}"/>
          </ac:picMkLst>
        </pc:picChg>
        <pc:picChg chg="mod">
          <ac:chgData name="Philip Henning" userId="28b82157-cb48-4fd8-8e8e-13a05174f85b" providerId="ADAL" clId="{7B499DF6-E82A-4B9E-8B8C-5024C72F865D}" dt="2023-12-31T19:41:26.738" v="2" actId="1076"/>
          <ac:picMkLst>
            <pc:docMk/>
            <pc:sldMk cId="109857222" sldId="256"/>
            <ac:picMk id="4" creationId="{25B311AC-8187-01F0-00BA-C583158FE4F4}"/>
          </ac:picMkLst>
        </pc:picChg>
        <pc:picChg chg="add mod">
          <ac:chgData name="Philip Henning" userId="28b82157-cb48-4fd8-8e8e-13a05174f85b" providerId="ADAL" clId="{7B499DF6-E82A-4B9E-8B8C-5024C72F865D}" dt="2023-12-31T21:26:27.235" v="6" actId="1076"/>
          <ac:picMkLst>
            <pc:docMk/>
            <pc:sldMk cId="109857222" sldId="256"/>
            <ac:picMk id="7" creationId="{C1A1EF8B-1A16-4F27-E2A1-8A753879F1B4}"/>
          </ac:picMkLst>
        </pc:picChg>
        <pc:picChg chg="add mod">
          <ac:chgData name="Philip Henning" userId="28b82157-cb48-4fd8-8e8e-13a05174f85b" providerId="ADAL" clId="{7B499DF6-E82A-4B9E-8B8C-5024C72F865D}" dt="2023-12-31T21:30:27.290" v="12" actId="1076"/>
          <ac:picMkLst>
            <pc:docMk/>
            <pc:sldMk cId="109857222" sldId="256"/>
            <ac:picMk id="10" creationId="{E17F89A0-FC91-F7D3-5F98-E4712A241B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3BDC7C1-837B-BFAC-0381-BA17EF2D40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5875" y="554831"/>
            <a:ext cx="616744" cy="5024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Flowchart: Merge 1">
            <a:extLst>
              <a:ext uri="{FF2B5EF4-FFF2-40B4-BE49-F238E27FC236}">
                <a16:creationId xmlns:a16="http://schemas.microsoft.com/office/drawing/2014/main" id="{DF8440BE-C258-AC21-2D9F-8BF4F448BB77}"/>
              </a:ext>
            </a:extLst>
          </p:cNvPr>
          <p:cNvSpPr/>
          <p:nvPr/>
        </p:nvSpPr>
        <p:spPr>
          <a:xfrm>
            <a:off x="1482572" y="781235"/>
            <a:ext cx="84292" cy="83005"/>
          </a:xfrm>
          <a:prstGeom prst="flowChartMer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ED7E3-A1D7-269F-2ADD-C7E009186B5F}"/>
              </a:ext>
            </a:extLst>
          </p:cNvPr>
          <p:cNvSpPr txBox="1"/>
          <p:nvPr/>
        </p:nvSpPr>
        <p:spPr>
          <a:xfrm>
            <a:off x="594804" y="248575"/>
            <a:ext cx="65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9" name="Flowchart: Merge 8">
            <a:extLst>
              <a:ext uri="{FF2B5EF4-FFF2-40B4-BE49-F238E27FC236}">
                <a16:creationId xmlns:a16="http://schemas.microsoft.com/office/drawing/2014/main" id="{B1C73B90-FBFE-2449-A044-1223BA16367B}"/>
              </a:ext>
            </a:extLst>
          </p:cNvPr>
          <p:cNvSpPr/>
          <p:nvPr/>
        </p:nvSpPr>
        <p:spPr>
          <a:xfrm rot="10800000">
            <a:off x="1634970" y="781235"/>
            <a:ext cx="84292" cy="83005"/>
          </a:xfrm>
          <a:prstGeom prst="flowChartMer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06C5ED-EEB8-A11F-B41D-BA18DD856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772" y="253510"/>
            <a:ext cx="1714739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A849CC-D400-703B-998D-48D4F34C1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4" y="83947"/>
            <a:ext cx="6811326" cy="1028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B311AC-8187-01F0-00BA-C583158FE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969" y="1335324"/>
            <a:ext cx="4721589" cy="9897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7F89A0-FC91-F7D3-5F98-E4712A241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4" y="2387436"/>
            <a:ext cx="7268589" cy="1133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7B466D-4DBA-F418-8940-17545876C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91" y="3583407"/>
            <a:ext cx="6744641" cy="1190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6BC96C-BA6B-454B-7F6E-5E25CABB7B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14" y="1188060"/>
            <a:ext cx="5687219" cy="1124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013096-1917-1C65-D455-1A847C5B1D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591" y="4836536"/>
            <a:ext cx="6792273" cy="11241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101DA9-6432-DA9D-1E43-DCA147255D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591" y="6046065"/>
            <a:ext cx="3610479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0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34EC36-4D90-122A-994B-1A9578CA8CA1}"/>
              </a:ext>
            </a:extLst>
          </p:cNvPr>
          <p:cNvSpPr/>
          <p:nvPr/>
        </p:nvSpPr>
        <p:spPr>
          <a:xfrm>
            <a:off x="647350" y="413363"/>
            <a:ext cx="6123600" cy="120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8C023A-71E8-1DBF-35B2-42D35B94ED90}"/>
              </a:ext>
            </a:extLst>
          </p:cNvPr>
          <p:cNvSpPr txBox="1"/>
          <p:nvPr/>
        </p:nvSpPr>
        <p:spPr>
          <a:xfrm>
            <a:off x="1112681" y="1253631"/>
            <a:ext cx="500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0870F"/>
                </a:solidFill>
                <a:latin typeface="Trade Gothic Next Heavy" panose="020B0903040303020004" pitchFamily="34" charset="0"/>
              </a:rPr>
              <a:t>C#, JavaScript, Next.js, React, PHP, SQL</a:t>
            </a:r>
            <a:endParaRPr lang="en-GB" b="1" dirty="0">
              <a:solidFill>
                <a:srgbClr val="F0870F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DB012-4983-45C6-01BC-702DFAF1E074}"/>
              </a:ext>
            </a:extLst>
          </p:cNvPr>
          <p:cNvSpPr txBox="1"/>
          <p:nvPr/>
        </p:nvSpPr>
        <p:spPr>
          <a:xfrm>
            <a:off x="1078329" y="562946"/>
            <a:ext cx="5001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96B946"/>
                </a:solidFill>
                <a:latin typeface="Trade Gothic Next Heavy" panose="020B0903040303020004" pitchFamily="34" charset="0"/>
              </a:rPr>
              <a:t>Phil Henning</a:t>
            </a:r>
            <a:endParaRPr lang="en-GB" sz="4800" b="1" dirty="0">
              <a:solidFill>
                <a:srgbClr val="96B946"/>
              </a:solidFill>
              <a:latin typeface="Trade Gothic Next Heavy" panose="020B0903040303020004" pitchFamily="34" charset="0"/>
            </a:endParaRPr>
          </a:p>
        </p:txBody>
      </p:sp>
      <p:pic>
        <p:nvPicPr>
          <p:cNvPr id="13" name="Picture 12" descr="A person wearing sunglasses&#10;&#10;AI-generated content may be incorrect.">
            <a:extLst>
              <a:ext uri="{FF2B5EF4-FFF2-40B4-BE49-F238E27FC236}">
                <a16:creationId xmlns:a16="http://schemas.microsoft.com/office/drawing/2014/main" id="{3369C784-788E-158B-338A-E6BF55DADC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657" y="678670"/>
            <a:ext cx="927041" cy="9270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DC2644-17B4-15DB-C1F8-CA9A53098EF2}"/>
              </a:ext>
            </a:extLst>
          </p:cNvPr>
          <p:cNvSpPr/>
          <p:nvPr/>
        </p:nvSpPr>
        <p:spPr>
          <a:xfrm>
            <a:off x="646564" y="1830687"/>
            <a:ext cx="6123600" cy="120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C9F9F-9A47-CFC9-D65E-E97F68D11BD1}"/>
              </a:ext>
            </a:extLst>
          </p:cNvPr>
          <p:cNvSpPr txBox="1"/>
          <p:nvPr/>
        </p:nvSpPr>
        <p:spPr>
          <a:xfrm>
            <a:off x="646564" y="2670955"/>
            <a:ext cx="612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0870F"/>
                </a:solidFill>
                <a:latin typeface="Trade Gothic Next Heavy" panose="020B0903040303020004" pitchFamily="34" charset="0"/>
              </a:rPr>
              <a:t>C#, JavaScript, Next.js, React, PHP, SQL</a:t>
            </a:r>
            <a:endParaRPr lang="en-GB" b="1" dirty="0">
              <a:solidFill>
                <a:srgbClr val="F0870F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D4AAD-4E92-54A3-5E63-7912345374EC}"/>
              </a:ext>
            </a:extLst>
          </p:cNvPr>
          <p:cNvSpPr txBox="1"/>
          <p:nvPr/>
        </p:nvSpPr>
        <p:spPr>
          <a:xfrm>
            <a:off x="646564" y="1980270"/>
            <a:ext cx="612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96B946"/>
                </a:solidFill>
                <a:latin typeface="Trade Gothic Next Heavy" panose="020B0903040303020004" pitchFamily="34" charset="0"/>
              </a:rPr>
              <a:t>Phil Henning</a:t>
            </a:r>
            <a:endParaRPr lang="en-GB" sz="4800" b="1" dirty="0">
              <a:solidFill>
                <a:srgbClr val="96B946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A20FF1-2BF7-9F9D-B7C4-70901C5CAA62}"/>
              </a:ext>
            </a:extLst>
          </p:cNvPr>
          <p:cNvSpPr/>
          <p:nvPr/>
        </p:nvSpPr>
        <p:spPr>
          <a:xfrm>
            <a:off x="630098" y="3252632"/>
            <a:ext cx="5296249" cy="1209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4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9D9F4E-EBC7-E087-94CB-4BF05EF8DE37}"/>
              </a:ext>
            </a:extLst>
          </p:cNvPr>
          <p:cNvSpPr txBox="1"/>
          <p:nvPr/>
        </p:nvSpPr>
        <p:spPr>
          <a:xfrm>
            <a:off x="625294" y="4142491"/>
            <a:ext cx="5296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F0870F"/>
                </a:solidFill>
                <a:latin typeface="Trade Gothic Next Heavy" panose="020B0903040303020004" pitchFamily="34" charset="0"/>
              </a:rPr>
              <a:t>C#, JavaScript, Next.js, React, PHP, SQL</a:t>
            </a:r>
            <a:endParaRPr lang="en-GB" sz="1400" b="1" dirty="0">
              <a:solidFill>
                <a:srgbClr val="F0870F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8E117-20BD-FC61-F39E-599499FD7456}"/>
              </a:ext>
            </a:extLst>
          </p:cNvPr>
          <p:cNvSpPr txBox="1"/>
          <p:nvPr/>
        </p:nvSpPr>
        <p:spPr>
          <a:xfrm>
            <a:off x="625294" y="3565384"/>
            <a:ext cx="5296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rgbClr val="96B946"/>
                </a:solidFill>
                <a:latin typeface="Trade Gothic Next Heavy" panose="020B0903040303020004" pitchFamily="34" charset="0"/>
              </a:rPr>
              <a:t>Phil Henning</a:t>
            </a:r>
            <a:endParaRPr lang="en-GB" sz="4000" b="1" dirty="0">
              <a:solidFill>
                <a:srgbClr val="96B946"/>
              </a:solidFill>
              <a:latin typeface="Trade Gothic Next Heavy" panose="020B09030403030200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BB2917-AD65-14F8-1A08-8BAC281EA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55" y="1807609"/>
            <a:ext cx="4848902" cy="135273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C17DCD8-5CE1-B60B-F660-BD801700226F}"/>
              </a:ext>
            </a:extLst>
          </p:cNvPr>
          <p:cNvSpPr/>
          <p:nvPr/>
        </p:nvSpPr>
        <p:spPr>
          <a:xfrm>
            <a:off x="6888514" y="3567477"/>
            <a:ext cx="4845843" cy="1448817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6DE876-F205-0BF3-7AAE-AEDB9B923883}"/>
              </a:ext>
            </a:extLst>
          </p:cNvPr>
          <p:cNvSpPr txBox="1"/>
          <p:nvPr/>
        </p:nvSpPr>
        <p:spPr>
          <a:xfrm>
            <a:off x="6888513" y="3784055"/>
            <a:ext cx="4919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6B946"/>
                </a:solidFill>
                <a:latin typeface="Trade Gothic Next Heavy" panose="020B0903040303020004" pitchFamily="34" charset="0"/>
              </a:rPr>
              <a:t>Phil Henning</a:t>
            </a:r>
            <a:endParaRPr lang="en-GB" b="1" dirty="0">
              <a:solidFill>
                <a:srgbClr val="96B946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62BE02-97BA-FA21-7568-EE417A31AD54}"/>
              </a:ext>
            </a:extLst>
          </p:cNvPr>
          <p:cNvSpPr txBox="1"/>
          <p:nvPr/>
        </p:nvSpPr>
        <p:spPr>
          <a:xfrm>
            <a:off x="6888515" y="4599663"/>
            <a:ext cx="4845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0870F"/>
                </a:solidFill>
                <a:latin typeface="Trade Gothic Next Heavy" panose="020B0903040303020004" pitchFamily="34" charset="0"/>
              </a:rPr>
              <a:t>Junior Full Stack Software Developer</a:t>
            </a:r>
            <a:endParaRPr lang="en-GB" sz="1600" b="1" dirty="0">
              <a:solidFill>
                <a:srgbClr val="F0870F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ACAEFB-C797-2BC1-66C0-D1D185651A0D}"/>
              </a:ext>
            </a:extLst>
          </p:cNvPr>
          <p:cNvSpPr/>
          <p:nvPr/>
        </p:nvSpPr>
        <p:spPr>
          <a:xfrm>
            <a:off x="1623222" y="5334311"/>
            <a:ext cx="7844628" cy="1448817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43E494-F78D-4379-6550-554AB9833D6F}"/>
              </a:ext>
            </a:extLst>
          </p:cNvPr>
          <p:cNvSpPr txBox="1"/>
          <p:nvPr/>
        </p:nvSpPr>
        <p:spPr>
          <a:xfrm>
            <a:off x="1600154" y="5550145"/>
            <a:ext cx="7867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6B946"/>
                </a:solidFill>
                <a:latin typeface="Trade Gothic Next Heavy" panose="020B0903040303020004" pitchFamily="34" charset="0"/>
              </a:rPr>
              <a:t>Philip Henning</a:t>
            </a:r>
            <a:endParaRPr lang="en-GB" b="1" dirty="0">
              <a:solidFill>
                <a:srgbClr val="96B946"/>
              </a:solidFill>
              <a:latin typeface="Trade Gothic Next Heavy" panose="020B09030403030200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A33A9C-86FB-081D-281D-7951AD612B83}"/>
              </a:ext>
            </a:extLst>
          </p:cNvPr>
          <p:cNvSpPr txBox="1"/>
          <p:nvPr/>
        </p:nvSpPr>
        <p:spPr>
          <a:xfrm>
            <a:off x="1600156" y="6365753"/>
            <a:ext cx="7890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0870F"/>
                </a:solidFill>
                <a:latin typeface="Trade Gothic Next Heavy" panose="020B0903040303020004" pitchFamily="34" charset="0"/>
              </a:rPr>
              <a:t>Business Analyst &amp; Junior Full Stack Software Developer</a:t>
            </a:r>
            <a:endParaRPr lang="en-GB" sz="1600" b="1" dirty="0">
              <a:solidFill>
                <a:srgbClr val="F0870F"/>
              </a:solidFill>
              <a:latin typeface="Trade Gothic Next Heavy" panose="020B0903040303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71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662</TotalTime>
  <Words>62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Trade Gothic Next Heavy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Phil Henning</cp:lastModifiedBy>
  <cp:revision>21</cp:revision>
  <dcterms:created xsi:type="dcterms:W3CDTF">2023-12-30T18:11:29Z</dcterms:created>
  <dcterms:modified xsi:type="dcterms:W3CDTF">2026-04-14T17:56:45Z</dcterms:modified>
</cp:coreProperties>
</file>