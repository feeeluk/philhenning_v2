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57" y="678670"/>
            <a:ext cx="927041" cy="92704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C2644-17B4-15DB-C1F8-CA9A53098EF2}"/>
              </a:ext>
            </a:extLst>
          </p:cNvPr>
          <p:cNvSpPr/>
          <p:nvPr/>
        </p:nvSpPr>
        <p:spPr>
          <a:xfrm>
            <a:off x="646564" y="1830687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C9F9F-9A47-CFC9-D65E-E97F68D11BD1}"/>
              </a:ext>
            </a:extLst>
          </p:cNvPr>
          <p:cNvSpPr txBox="1"/>
          <p:nvPr/>
        </p:nvSpPr>
        <p:spPr>
          <a:xfrm>
            <a:off x="646564" y="2670955"/>
            <a:ext cx="612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D4AAD-4E92-54A3-5E63-7912345374EC}"/>
              </a:ext>
            </a:extLst>
          </p:cNvPr>
          <p:cNvSpPr txBox="1"/>
          <p:nvPr/>
        </p:nvSpPr>
        <p:spPr>
          <a:xfrm>
            <a:off x="646564" y="1980270"/>
            <a:ext cx="612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A20FF1-2BF7-9F9D-B7C4-70901C5CAA62}"/>
              </a:ext>
            </a:extLst>
          </p:cNvPr>
          <p:cNvSpPr/>
          <p:nvPr/>
        </p:nvSpPr>
        <p:spPr>
          <a:xfrm>
            <a:off x="630098" y="3252632"/>
            <a:ext cx="5296249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GB" sz="14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D9F4E-EBC7-E087-94CB-4BF05EF8DE37}"/>
              </a:ext>
            </a:extLst>
          </p:cNvPr>
          <p:cNvSpPr txBox="1"/>
          <p:nvPr/>
        </p:nvSpPr>
        <p:spPr>
          <a:xfrm>
            <a:off x="625294" y="4142491"/>
            <a:ext cx="5296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4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A8E117-20BD-FC61-F39E-599499FD7456}"/>
              </a:ext>
            </a:extLst>
          </p:cNvPr>
          <p:cNvSpPr txBox="1"/>
          <p:nvPr/>
        </p:nvSpPr>
        <p:spPr>
          <a:xfrm>
            <a:off x="625294" y="3565384"/>
            <a:ext cx="52962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0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BB2917-AD65-14F8-1A08-8BAC281EA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55" y="1807609"/>
            <a:ext cx="4848902" cy="135273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C17DCD8-5CE1-B60B-F660-BD801700226F}"/>
              </a:ext>
            </a:extLst>
          </p:cNvPr>
          <p:cNvSpPr/>
          <p:nvPr/>
        </p:nvSpPr>
        <p:spPr>
          <a:xfrm>
            <a:off x="6888514" y="3567477"/>
            <a:ext cx="4845843" cy="1448817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6DE876-F205-0BF3-7AAE-AEDB9B923883}"/>
              </a:ext>
            </a:extLst>
          </p:cNvPr>
          <p:cNvSpPr txBox="1"/>
          <p:nvPr/>
        </p:nvSpPr>
        <p:spPr>
          <a:xfrm>
            <a:off x="6888513" y="3784055"/>
            <a:ext cx="49195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62BE02-97BA-FA21-7568-EE417A31AD54}"/>
              </a:ext>
            </a:extLst>
          </p:cNvPr>
          <p:cNvSpPr txBox="1"/>
          <p:nvPr/>
        </p:nvSpPr>
        <p:spPr>
          <a:xfrm>
            <a:off x="6888515" y="4599663"/>
            <a:ext cx="48458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Junior Full Stack Software Developer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EFD5D23-ABF1-34AA-3A7A-1EACF2293645}"/>
              </a:ext>
            </a:extLst>
          </p:cNvPr>
          <p:cNvGrpSpPr/>
          <p:nvPr/>
        </p:nvGrpSpPr>
        <p:grpSpPr>
          <a:xfrm>
            <a:off x="1623222" y="5334311"/>
            <a:ext cx="7844628" cy="1448817"/>
            <a:chOff x="1623222" y="5334311"/>
            <a:chExt cx="7844628" cy="144881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6ACAEFB-C797-2BC1-66C0-D1D185651A0D}"/>
                </a:ext>
              </a:extLst>
            </p:cNvPr>
            <p:cNvSpPr/>
            <p:nvPr/>
          </p:nvSpPr>
          <p:spPr>
            <a:xfrm>
              <a:off x="1623222" y="5334311"/>
              <a:ext cx="7844628" cy="1448817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743E494-F78D-4379-6550-554AB9833D6F}"/>
                </a:ext>
              </a:extLst>
            </p:cNvPr>
            <p:cNvSpPr txBox="1"/>
            <p:nvPr/>
          </p:nvSpPr>
          <p:spPr>
            <a:xfrm>
              <a:off x="1623222" y="5454372"/>
              <a:ext cx="784462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b="1" dirty="0">
                  <a:solidFill>
                    <a:srgbClr val="96B946"/>
                  </a:solidFill>
                  <a:latin typeface="Trade Gothic Next Heavy" panose="020B0903040303020004" pitchFamily="34" charset="0"/>
                </a:rPr>
                <a:t>Philip Henning</a:t>
              </a:r>
              <a:endParaRPr lang="en-GB" b="1" dirty="0">
                <a:solidFill>
                  <a:srgbClr val="96B946"/>
                </a:solidFill>
                <a:latin typeface="Trade Gothic Next Heavy" panose="020B09030403030200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A33A9C-86FB-081D-281D-7951AD612B83}"/>
                </a:ext>
              </a:extLst>
            </p:cNvPr>
            <p:cNvSpPr txBox="1"/>
            <p:nvPr/>
          </p:nvSpPr>
          <p:spPr>
            <a:xfrm>
              <a:off x="1623222" y="6365753"/>
              <a:ext cx="784462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0870F"/>
                  </a:solidFill>
                  <a:latin typeface="Trade Gothic Next Heavy" panose="020B0903040303020004" pitchFamily="34" charset="0"/>
                </a:rPr>
                <a:t>Junior Full Stack Software Developer &amp; Business Analyst</a:t>
              </a:r>
              <a:endParaRPr lang="en-GB" sz="2000" b="1" dirty="0">
                <a:solidFill>
                  <a:srgbClr val="F0870F"/>
                </a:solidFill>
                <a:latin typeface="Trade Gothic Next Heavy" panose="020B09030403030200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1276</TotalTime>
  <Words>62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22</cp:revision>
  <dcterms:created xsi:type="dcterms:W3CDTF">2023-12-30T18:11:29Z</dcterms:created>
  <dcterms:modified xsi:type="dcterms:W3CDTF">2026-04-17T17:40:57Z</dcterms:modified>
</cp:coreProperties>
</file>