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>
        <p:scale>
          <a:sx n="125" d="100"/>
          <a:sy n="125" d="100"/>
        </p:scale>
        <p:origin x="-936" y="-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148" y="148199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268614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3" name="Picture 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D27D6E04-05DB-F47D-5361-BF0532CB64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6571" y="2465283"/>
            <a:ext cx="736714" cy="73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</TotalTime>
  <Words>15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12</cp:revision>
  <dcterms:created xsi:type="dcterms:W3CDTF">2023-12-30T18:11:29Z</dcterms:created>
  <dcterms:modified xsi:type="dcterms:W3CDTF">2025-04-28T12:04:17Z</dcterms:modified>
</cp:coreProperties>
</file>